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sample data for training — Tamra Foods Co. is not a real company.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Café Operations Review — Q3 2026</a:t>
            </a:r>
          </a:p>
        </p:txBody>
      </p:sp>
      <p:sp>
        <p:nvSpPr>
          <p:cNvPr id="3" name="Subtitle 2"/>
          <p:cNvSpPr>
            <a:spLocks noGrp="1"/>
          </p:cNvSpPr>
          <p:nvPr>
            <p:ph type="subTitle" idx="1"/>
          </p:nvPr>
        </p:nvSpPr>
        <p:spPr/>
        <p:txBody>
          <a:bodyPr/>
          <a:lstStyle/>
          <a:p>
            <a:r>
              <a:t>Tamra Foods Co. | Operations team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Wait times are the main problem in Q3 and the main reason for complaints.</a:t>
            </a:r>
          </a:p>
          <a:p>
            <a:r>
              <a:t>Fahaheel had the worst month in August because of POS problems.</a:t>
            </a:r>
          </a:p>
          <a:p>
            <a:r>
              <a:t>Better peak-hour staffing and the new POS will fix most issues.</a:t>
            </a:r>
          </a:p>
          <a:p>
            <a:r>
              <a:t>We ask leadership to approve the Salmiya POS pilot and the new rota.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complaints</a:t>
            </a:r>
          </a:p>
        </p:txBody>
      </p:sp>
      <p:sp>
        <p:nvSpPr>
          <p:cNvPr id="3" name="Content Placeholder 2"/>
          <p:cNvSpPr>
            <a:spLocks noGrp="1"/>
          </p:cNvSpPr>
          <p:nvPr>
            <p:ph idx="1"/>
          </p:nvPr>
        </p:nvSpPr>
        <p:spPr/>
        <p:txBody>
          <a:bodyPr/>
          <a:lstStyle/>
          <a:p>
            <a:r>
              <a:t>In Q3 we received 1,240 customer complaints across the six cafés, which is 18% more than in Q2, and most of them came through app reviews and Instagram messages, although some also came in person at the counter.</a:t>
            </a:r>
          </a:p>
          <a:p>
            <a:r>
              <a:t>The biggest group of complaints was about waiting too long for drinks at peak times, especially between 7:30 and 9:00 in the morning and again after 8:00 in the evening on Thursdays.</a:t>
            </a:r>
          </a:p>
          <a:p>
            <a:r>
              <a:t>Many guests said that app orders were not ready when the driver arrived, so drivers waited in the café and the food and coffee were cold when they reached the customer.</a:t>
            </a:r>
          </a:p>
          <a:p>
            <a:r>
              <a:t>Some guests complained that the card machine did not work and they had to pay in cash or wait, and this happened most often at Fahaheel in August.</a:t>
            </a:r>
          </a:p>
          <a:p>
            <a:r>
              <a:t>A smaller number of complaints were about the temperature of iced drinks in summer, because ice melted quickly while guests waited at the pickup counter.</a:t>
            </a:r>
          </a:p>
          <a:p>
            <a:r>
              <a:t>Guests at Jahra and Jabriya said that parking was hard to find on weekends, which is not something we control but it still affects how they feel about the visit.</a:t>
            </a:r>
          </a:p>
          <a:p>
            <a:r>
              <a:t>Around 90 complaints were about missing items in app orders, mostly desserts and extra date syrup, which we think happens when staff type app orders into the POS by hand.</a:t>
            </a:r>
          </a:p>
          <a:p>
            <a:r>
              <a:t>We also received complaints about the new breakfast menu prices, but these were fewer after the first two weeks of July.</a:t>
            </a:r>
          </a:p>
          <a:p>
            <a:r>
              <a:t>Positive comments were mostly about staff friendliness, the date desserts and the cleanliness of the cafés, which shows the problem is speed and not hospitality.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Customer complaints</a:t>
            </a:r>
          </a:p>
          <a:p>
            <a:r>
              <a:t>Findings: wait times</a:t>
            </a:r>
          </a:p>
          <a:p>
            <a:r>
              <a:t>Recommendations</a:t>
            </a:r>
          </a:p>
          <a:p>
            <a:r>
              <a:t>Next steps</a:t>
            </a:r>
          </a:p>
          <a:p>
            <a:r>
              <a:t>Summary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Findings: wait times</a:t>
            </a:r>
          </a:p>
        </p:txBody>
      </p:sp>
      <p:sp>
        <p:nvSpPr>
          <p:cNvPr id="3" name="Content Placeholder 2"/>
          <p:cNvSpPr>
            <a:spLocks noGrp="1"/>
          </p:cNvSpPr>
          <p:nvPr>
            <p:ph idx="1"/>
          </p:nvPr>
        </p:nvSpPr>
        <p:spPr/>
        <p:txBody>
          <a:bodyPr/>
          <a:lstStyle/>
          <a:p>
            <a:r>
              <a:t>The average wait time from order to drink across all cafés in Q3 was 7.8 minutes, compared with our target of 5 minutes, and it was worse on Thursdays and at weekends.</a:t>
            </a:r>
          </a:p>
          <a:p>
            <a:r>
              <a:t>Morning peak (7:30–9:00) is the worst period, with average waits above 10 minutes at Sharq and Salmiya where many office workers come before work.</a:t>
            </a:r>
          </a:p>
          <a:p>
            <a:r>
              <a:t>App orders and walk-in orders compete for the same baristas, and at peak times app orders can be 40% of all drinks being made.</a:t>
            </a:r>
          </a:p>
          <a:p>
            <a:r>
              <a:t>Staff rotas are the same every day of the week, so we have too few baristas on Thursday evenings and weekends and too many on quiet afternoons.</a:t>
            </a:r>
          </a:p>
          <a:p>
            <a:r>
              <a:t>When POS terminals freeze, the queue stops completely and staff take orders on paper, which adds about 3 minutes to each order.</a:t>
            </a:r>
          </a:p>
          <a:p>
            <a:r>
              <a:t>Cafés with the newest espresso machines (Hawally and Jabriya) have shorter waits, by about 1.5 minutes on average.</a:t>
            </a:r>
          </a:p>
          <a:p>
            <a:r>
              <a:t>Guests who wait more than 10 minutes give a satisfaction score about 0.6 lower than guests who wait less than 5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Findings: wait times (v2)</a:t>
            </a:r>
          </a:p>
        </p:txBody>
      </p:sp>
      <p:sp>
        <p:nvSpPr>
          <p:cNvPr id="3" name="Content Placeholder 2"/>
          <p:cNvSpPr>
            <a:spLocks noGrp="1"/>
          </p:cNvSpPr>
          <p:nvPr>
            <p:ph idx="1"/>
          </p:nvPr>
        </p:nvSpPr>
        <p:spPr/>
        <p:txBody>
          <a:bodyPr/>
          <a:lstStyle/>
          <a:p>
            <a:r>
              <a:t>The average wait time from order to drink across all cafés in Q3 was 7.8 minutes, compared with our target of 5 minutes, and it was worse on Thursdays and at weekends.</a:t>
            </a:r>
          </a:p>
          <a:p>
            <a:r>
              <a:t>Morning peak (7:30–9:00) is the worst period, with average waits above 10 minutes at Sharq and Salmiya where many office workers come before work.</a:t>
            </a:r>
          </a:p>
          <a:p>
            <a:r>
              <a:t>App orders and walk-in orders compete for the same baristas, and at peak times app orders can be 40% of all drinks being made.</a:t>
            </a:r>
          </a:p>
          <a:p>
            <a:r>
              <a:t>Staff rotas are the same every day of the week, so we have too few baristas on Thursday evenings and weekends and too many on quiet afternoons.</a:t>
            </a:r>
          </a:p>
          <a:p>
            <a:r>
              <a:t>When POS terminals freeze, the queue stops completely and staff take orders on paper, which adds about 3 minutes to each order.</a:t>
            </a:r>
          </a:p>
          <a:p>
            <a:r>
              <a:t>Cafés with the newest espresso machines (Hawally and Jabriya) have shorter waits, by about 1.5 minutes on average.</a:t>
            </a:r>
          </a:p>
          <a:p>
            <a:r>
              <a:t>Guests who wait more than 10 minutes give a satisfaction score about 0.6 lower than guests who wait less than 5 minutes.</a:t>
            </a:r>
          </a:p>
          <a:p>
            <a:r>
              <a:t>Fahaheel had the longest waits in August (average 11.5 minutes), when POS terminals froze after the firmware 4.2 update.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PLACEHOLDER — delete me</a:t>
            </a:r>
          </a:p>
        </p:txBody>
      </p:sp>
      <p:sp>
        <p:nvSpPr>
          <p:cNvPr id="3" name="Content Placeholder 2"/>
          <p:cNvSpPr>
            <a:spLocks noGrp="1"/>
          </p:cNvSpPr>
          <p:nvPr>
            <p:ph idx="1"/>
          </p:nvPr>
        </p:nvSpPr>
        <p:spPr/>
        <p:txBody>
          <a:bodyPr/>
          <a:lstStyle/>
          <a:p>
            <a:r>
              <a:t>Lorem ipsum dolor sit amet</a:t>
            </a:r>
          </a:p>
          <a:p>
            <a:r>
              <a:t>Add chart here??</a:t>
            </a:r>
          </a:p>
          <a:p>
            <a:r>
              <a:t>old numbers from Q1 — do not use</a:t>
            </a:r>
          </a:p>
          <a:p>
            <a:r>
              <a:t>TBC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Change the staff rota so that we have one more barista on Thursday evenings and on Friday and Saturday mornings in every café, and one fewer barista on quiet weekday afternoons, which keeps total hours about the same.</a:t>
            </a:r>
          </a:p>
          <a:p>
            <a:r>
              <a:t>Create a separate app-order station with its own barista at Sharq and Salmiya during the morning peak, so that app orders do not slow down the walk-in queue.</a:t>
            </a:r>
          </a:p>
          <a:p>
            <a:r>
              <a:t>Approve the POS upgrade, starting with a pilot at Salmiya, so that app orders go straight to the kitchen screen and staff stop typing them by hand.</a:t>
            </a:r>
          </a:p>
          <a:p>
            <a:r>
              <a:t>Stop all automatic POS firmware updates until IT has tested them at one café first, so that the August problem at Fahaheel does not happen again.</a:t>
            </a:r>
          </a:p>
          <a:p>
            <a:r>
              <a:t>Replace the two oldest espresso machines at Fahaheel and Jahra in Q1 2027.</a:t>
            </a:r>
          </a:p>
          <a:p>
            <a:r>
              <a:t>Send guests who waited more than 10 minutes a free-drink voucher in the app to protect satisfaction scores.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Yousef: new rota ready by 15 Oct</a:t>
            </a:r>
          </a:p>
          <a:p>
            <a:r>
              <a:t>Omar: Salmiya POS pilot starts 25 Oct</a:t>
            </a:r>
          </a:p>
          <a:p>
            <a:r>
              <a:t>Operations: app-order station trial at Sharq from 1 Nov</a:t>
            </a:r>
          </a:p>
          <a:p>
            <a:r>
              <a:t>Review wait times again in the Q4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